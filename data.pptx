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8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D2218-F938-3786-9602-B77A45B71A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C08F34-9118-FCCA-A00E-912EF0CD50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44D75-4166-F675-4E6A-304C2B18C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449F6-E92D-43A7-BE65-ADF5B9584E76}" type="datetimeFigureOut">
              <a:rPr lang="en-MY" smtClean="0"/>
              <a:t>9/10/2026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32523-4F66-F9F4-5BB2-B0A7E54B2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308C3-3313-DA2C-5345-29F6F791C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EAE4-BE80-491C-B7EE-F98CBB02B4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79897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AB244-C250-4EC9-09F6-0C48D1B81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ECC3B-BB4E-8E9E-EEF9-AACC17020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9F204-70CF-45EC-C3A4-53AC31899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449F6-E92D-43A7-BE65-ADF5B9584E76}" type="datetimeFigureOut">
              <a:rPr lang="en-MY" smtClean="0"/>
              <a:t>9/10/2026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1F840-E34F-BD70-8637-6087846C9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B1F52-E89F-0B6A-A479-2E0EA8740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EAE4-BE80-491C-B7EE-F98CBB02B4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70851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D5360-4A3A-E18B-F62D-B71126FB0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B802C-9EF7-8980-985F-08BD1CF7B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8B391-7ED4-942D-8F13-A78AD9E81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449F6-E92D-43A7-BE65-ADF5B9584E76}" type="datetimeFigureOut">
              <a:rPr lang="en-MY" smtClean="0"/>
              <a:t>9/10/2026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4C64-908A-4393-4C97-DE521729B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1CF05-E028-E1AD-2B1F-3B4AA03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EAE4-BE80-491C-B7EE-F98CBB02B4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58268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B8609-7B59-AE25-ABA6-BEE974956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1772D-6B26-7560-E5DF-40B46D2E38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7557D-1240-E673-C920-FD8777951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C0CA5B-4A27-57FA-6D35-FA1842BB8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449F6-E92D-43A7-BE65-ADF5B9584E76}" type="datetimeFigureOut">
              <a:rPr lang="en-MY" smtClean="0"/>
              <a:t>9/10/2026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19378-1317-AAAC-8355-A58998CC1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2CE0E-81A8-01D4-4117-D108AB6A2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EAE4-BE80-491C-B7EE-F98CBB02B4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541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C1007-6A08-BFE6-CDDB-8892BC3FC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85D50-D8E3-7E9E-525B-5DEF65967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EF27ED-B24D-0F29-A723-2E95E2844D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B659E3-8E0F-14FD-C2E3-1786722A4B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25B2FC-5249-27E5-995B-5DB721974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DA2242-47DA-7C6F-B33E-F31A51E32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449F6-E92D-43A7-BE65-ADF5B9584E76}" type="datetimeFigureOut">
              <a:rPr lang="en-MY" smtClean="0"/>
              <a:t>9/10/2026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E94FB7-F87E-F59E-674B-16E1E567D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005C83-22B0-0219-6F59-636314DF5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EAE4-BE80-491C-B7EE-F98CBB02B4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24746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9307F-0AD9-A1EE-823C-DA2FA543A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50091B-A5AB-9432-8DE4-4A3236278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449F6-E92D-43A7-BE65-ADF5B9584E76}" type="datetimeFigureOut">
              <a:rPr lang="en-MY" smtClean="0"/>
              <a:t>9/10/2026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F70F27-69BC-0111-54EE-A17BC1718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E9E0CA-3A74-403A-8D5C-548A3B22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EAE4-BE80-491C-B7EE-F98CBB02B4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5077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4347C5-C6F1-1519-0C0A-05608038A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449F6-E92D-43A7-BE65-ADF5B9584E76}" type="datetimeFigureOut">
              <a:rPr lang="en-MY" smtClean="0"/>
              <a:t>9/10/2026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236ECF-59A0-B976-87F5-4AC7EA08D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E567B-6603-D950-DB83-5D59E11E5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EAE4-BE80-491C-B7EE-F98CBB02B4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72006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69A34-7EEA-0CA1-BDAE-207CC44A8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91DC1-EA84-8A15-7A36-91EC772CA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95C6E-9A56-E02D-D5E2-8EA5A703C4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7D337B-C38D-1E35-5A18-402D888D8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449F6-E92D-43A7-BE65-ADF5B9584E76}" type="datetimeFigureOut">
              <a:rPr lang="en-MY" smtClean="0"/>
              <a:t>9/10/2026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ABD5B8-620A-2DC6-84A5-44C2814CF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A4A155-7D3B-4DE1-3F1F-D9D0CDCA1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EAE4-BE80-491C-B7EE-F98CBB02B4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10382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C9583-08C0-FA36-55F0-E25368EB3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133C68-7417-9762-6224-4408580103E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FDC3F-1D16-9B92-0708-4BC144131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546F33-F7F7-0994-1498-F5574AC35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449F6-E92D-43A7-BE65-ADF5B9584E76}" type="datetimeFigureOut">
              <a:rPr lang="en-MY" smtClean="0"/>
              <a:t>9/10/2026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1A6813-55AC-4085-1E90-E7E1D1674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C59E4D-EA5D-1C1D-2E1B-22305E8E2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EAE4-BE80-491C-B7EE-F98CBB02B4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96737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E720C-6657-69BA-A299-C738C594C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6D578B-B2B4-9401-DF45-1757985C12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6079B-7274-5F79-8213-9D0A20E7A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449F6-E92D-43A7-BE65-ADF5B9584E76}" type="datetimeFigureOut">
              <a:rPr lang="en-MY" smtClean="0"/>
              <a:t>9/10/2026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79760-83E2-E4B2-E8F9-90FD2D524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9C135-7055-64C1-BAD7-D258D8622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EAE4-BE80-491C-B7EE-F98CBB02B4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27080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A83C85-B1A3-DD44-B9E5-84433D1F4C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4EE314-4589-C12F-FC0D-B9312A9D40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B380B-480E-68D8-118C-1370BD6C4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449F6-E92D-43A7-BE65-ADF5B9584E76}" type="datetimeFigureOut">
              <a:rPr lang="en-MY" smtClean="0"/>
              <a:t>9/10/2026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970D6-66BE-1DF1-FA52-D21FE71AE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6D03E-F718-C4B6-0E48-28CC08B88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EAE4-BE80-491C-B7EE-F98CBB02B4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32972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C43EB3-95BE-8E61-72F9-400415728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56A11-9F66-DB43-F9B6-E38E0F411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AE38C-24E4-1D59-EFA7-68AF21787D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E449F6-E92D-43A7-BE65-ADF5B9584E76}" type="datetimeFigureOut">
              <a:rPr lang="en-MY" smtClean="0"/>
              <a:t>9/10/2026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B9F39-99BD-E5DD-0C97-C2D9FD718E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BE67C-8147-A2C0-3173-2B93182E8A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96EAE4-BE80-491C-B7EE-F98CBB02B4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9518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17E7031-6440-3399-7BCC-442941F9B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344751"/>
              </p:ext>
            </p:extLst>
          </p:nvPr>
        </p:nvGraphicFramePr>
        <p:xfrm>
          <a:off x="2032000" y="1014633"/>
          <a:ext cx="7165277" cy="2128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1530">
                  <a:extLst>
                    <a:ext uri="{9D8B030D-6E8A-4147-A177-3AD203B41FA5}">
                      <a16:colId xmlns:a16="http://schemas.microsoft.com/office/drawing/2014/main" val="2899722581"/>
                    </a:ext>
                  </a:extLst>
                </a:gridCol>
                <a:gridCol w="1476947">
                  <a:extLst>
                    <a:ext uri="{9D8B030D-6E8A-4147-A177-3AD203B41FA5}">
                      <a16:colId xmlns:a16="http://schemas.microsoft.com/office/drawing/2014/main" val="381963572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87959391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64026176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84317997"/>
                    </a:ext>
                  </a:extLst>
                </a:gridCol>
              </a:tblGrid>
              <a:tr h="496052">
                <a:tc>
                  <a:txBody>
                    <a:bodyPr/>
                    <a:lstStyle/>
                    <a:p>
                      <a:r>
                        <a:rPr lang="en-US" altLang="zh-CN" dirty="0"/>
                        <a:t>epoch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8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learning_rate</a:t>
                      </a:r>
                      <a:endParaRPr lang="en-MY" sz="1800" b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180532"/>
                  </a:ext>
                </a:extLst>
              </a:tr>
              <a:tr h="496052">
                <a:tc>
                  <a:txBody>
                    <a:bodyPr/>
                    <a:lstStyle/>
                    <a:p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/>
                        <a:t>0.01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1070004"/>
                  </a:ext>
                </a:extLst>
              </a:tr>
              <a:tr h="496052"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8026904"/>
                  </a:ext>
                </a:extLst>
              </a:tr>
              <a:tr h="496052"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924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9637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6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lim eule</dc:creator>
  <cp:lastModifiedBy>lim eule</cp:lastModifiedBy>
  <cp:revision>2</cp:revision>
  <dcterms:created xsi:type="dcterms:W3CDTF">2026-10-06T16:01:44Z</dcterms:created>
  <dcterms:modified xsi:type="dcterms:W3CDTF">2026-10-09T15:30:22Z</dcterms:modified>
</cp:coreProperties>
</file>